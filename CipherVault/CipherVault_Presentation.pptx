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CipherVault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Password Manager</a:t>
            </a:r>
          </a:p>
          <a:p>
            <a:r>
              <a:t>Student Name: [Your Name]</a:t>
            </a:r>
          </a:p>
          <a:p>
            <a:r>
              <a:t>Date: [Your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CipherVault is a secure password manager designed to provide users with a safe and efficient way to store and manage their credentials. The project focuses on confidentiality, integrity, and availability while offering a seamless user experience.</a:t>
            </a:r>
          </a:p>
          <a:p/>
          <a:p>
            <a:r>
              <a:t>Key Features:</a:t>
            </a:r>
          </a:p>
          <a:p>
            <a:r>
              <a:t>- Secure user authentication</a:t>
            </a:r>
          </a:p>
          <a:p>
            <a:r>
              <a:t>- Encrypted password storage</a:t>
            </a:r>
          </a:p>
          <a:p>
            <a:r>
              <a:t>- Password strength checker</a:t>
            </a:r>
          </a:p>
          <a:p>
            <a:r>
              <a:t>- Easy password retrieval</a:t>
            </a:r>
          </a:p>
          <a:p>
            <a:r>
              <a:t>- Intuitive user interface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Analysis:</a:t>
            </a:r>
          </a:p>
          <a:p>
            <a:r>
              <a:t>- Requirements gathering (functional and non-functional)</a:t>
            </a:r>
          </a:p>
          <a:p>
            <a:r>
              <a:t>- MoSCoW prioritization</a:t>
            </a:r>
          </a:p>
          <a:p>
            <a:r>
              <a:t>- Use Case Diagrams</a:t>
            </a:r>
          </a:p>
          <a:p>
            <a:r>
              <a:t>- System Architecture Diagrams</a:t>
            </a:r>
          </a:p>
          <a:p/>
          <a:p>
            <a:r>
              <a:t>Design:</a:t>
            </a:r>
          </a:p>
          <a:p>
            <a:r>
              <a:t>- Sequence and State Diagrams</a:t>
            </a:r>
          </a:p>
          <a:p>
            <a:r>
              <a:t>- ERD and Class Diagrams</a:t>
            </a:r>
          </a:p>
          <a:p>
            <a:r>
              <a:t>- User Interface Design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Techniques:</a:t>
            </a:r>
          </a:p>
          <a:p>
            <a:r>
              <a:t>- Unit testing for API endpoints</a:t>
            </a:r>
          </a:p>
          <a:p>
            <a:r>
              <a:t>- Functional testing for user authentication and data storage</a:t>
            </a:r>
          </a:p>
          <a:p>
            <a:r>
              <a:t>- Security testing for encryption and data protection</a:t>
            </a:r>
          </a:p>
          <a:p>
            <a:r>
              <a:t>- User acceptance testing for overall user experience</a:t>
            </a:r>
          </a:p>
          <a:p/>
          <a:p>
            <a:r>
              <a:t>Results:</a:t>
            </a:r>
          </a:p>
          <a:p>
            <a:r>
              <a:t>- Successful validation of core functionalities</a:t>
            </a:r>
          </a:p>
          <a:p>
            <a:r>
              <a:t>- Secure data encryption and retrieval confirmed</a:t>
            </a:r>
          </a:p>
          <a:p>
            <a:r>
              <a:t>- Minimal performance issues observed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Went Well:</a:t>
            </a:r>
          </a:p>
          <a:p>
            <a:r>
              <a:t>- Effective use of FastAPI for rapid backend development</a:t>
            </a:r>
          </a:p>
          <a:p>
            <a:r>
              <a:t>- Strong data security with Fernet encryption</a:t>
            </a:r>
          </a:p>
          <a:p>
            <a:r>
              <a:t>- Intuitive and responsive UI</a:t>
            </a:r>
          </a:p>
          <a:p/>
          <a:p>
            <a:r>
              <a:t>Challenges:</a:t>
            </a:r>
          </a:p>
          <a:p>
            <a:r>
              <a:t>- Integrating real-time password strength checking</a:t>
            </a:r>
          </a:p>
          <a:p>
            <a:r>
              <a:t>- Managing encryption key securely</a:t>
            </a:r>
          </a:p>
          <a:p>
            <a:r>
              <a:t>- Optimizing database interactions for scalability</a:t>
            </a:r>
          </a:p>
          <a:p/>
          <a:p>
            <a:r>
              <a:t>Lessons Learned:</a:t>
            </a:r>
          </a:p>
          <a:p>
            <a:r>
              <a:t>- Importance of robust encryption and data validation</a:t>
            </a:r>
          </a:p>
          <a:p>
            <a:r>
              <a:t>- Value of modular code for maintainability</a:t>
            </a:r>
          </a:p>
          <a:p>
            <a:r>
              <a:t>- Balancing security with usability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- CipherVault provides a secure, user-friendly password management solution.</a:t>
            </a:r>
          </a:p>
          <a:p>
            <a:r>
              <a:t>- It effectively addresses the core principles of cybersecurity: confidentiality, integrity, and availability.</a:t>
            </a:r>
          </a:p>
          <a:p/>
          <a:p>
            <a:r>
              <a:t>Future Work:</a:t>
            </a:r>
          </a:p>
          <a:p>
            <a:r>
              <a:t>- Implement multi-factor authentication (MFA)</a:t>
            </a:r>
          </a:p>
          <a:p>
            <a:r>
              <a:t>- Add multi-device support and cloud sync</a:t>
            </a:r>
          </a:p>
          <a:p>
            <a:r>
              <a:t>- Improve UI for better user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